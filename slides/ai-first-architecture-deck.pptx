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كل اللي رح تشوفوه اليوم مش نظري — مبني ومركب ومجرب على ريبوهات الشركة الفعلية. رح نمشي: الأساس، كيف منشتغل، المراجعة والحماية، الفحص، والأتمتة الكاملة.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الطبقات الخمسة: الذاكرة بتعلّمه، الحراس بيمنعوه بالقوة (مش أدب — المصدود ما بينفذ فيزيائياً، ومجرب 21/21)، الوكلاء متخصصين بصلاحيات ضيقة، الأوامر خبرة معلبة بتتشارك بالـ git، والـ MCP بيوصله بأدواتنا الحقيقية. وكل هاد ملفات جوا الريبو — مش إعدادات بجهاز حدا.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القصة الحقيقية: ثلاث باغات production انسحبوا من Sentry حسب التكرار، اتوزعوا على ثلاث وكلاء بالتوازي — كل واحد بمجلد معزول وبنسخة داتابيس خاصة. النتيجة: ثلاث PRs بجلسة وحدة والتذاكر تحركت لحالها. وقانون التوزيع محفور بالذاكرة فبينفذ تلقائياً.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مراجعنا بيشتغل على GitHub بمفتاح API — على كل PR: بيتجول بالريبو وبيراجع بقوانيننا وبيحكم. الرفض بيقفل الدمج. والتوفير: بدل 1.20$ لكل مراجعة عند Bugbot، مندفع الاستهلاك الفعلي بس (أرخص 3-5 مرات) — ومنستدعي Bugbot كرأي ثاني بس عند ترقية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هاي الطبقة الوحيدة اللي بتعيش برا أجهزتنا — عند GitHub نفسه، فبتنطبق على أي حدا من أي جهاز. production بياخد بس من staging عبر بوابة آلية. وعشان تصير قانون مفروض عالريبوهات الخاصة منحتاج ترقية Team — 4 دولار للمستخدم.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طبقات: منطق (سريع جداً)، شاشات (بالذاكرة)، ورحلات — روبوت بيمشي رحلة المستخدم الفعلية على محاكي. Patrol بيخلي الرحلة توصل للأشياء اللي كانت مستحيلة: نافذة Allow، الإشعارات، وجوا الـ WebView. والجدولة: سريع على كل PR، شامل بالليل، وأجهزة حقيقية أسبوعياً أو عند الطلب بزر — للـ PR بس أو للتطبيق 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المرجع: 10 أجهزة حقيقية يومياً. Test Lab الأرخص والمرن — وبحجمنا الفعلي صفر. BrowserStack بيربح بس فوق 40 ساعة شهرياً — والعتبة محسوبة كإشارة تحويل. واستئجار سيرفرات GitHub: رخيص للينكس وغالي للماك — وحل الماك ميني بيقص التكلفة من جذرها وبيحل وصول الداتابيس كمان.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العملية: GitHub بيبني، Patrol بيغلف الرحلات بالصيغة اللي Google بدها، الرفع بأمر واحد، الأجهزة الحقيقية بتشغل الرحلة، وبيرجعلنا فيديو وتقرير. بتشتغل مجدولة أو بزر — وللـ PR الواحد بنقدر نشغل بس رحلات الميزة المتغيرة. والكود المصدري بطلعش من الشركة — بس الملف المبني.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الإيقاع اليومي: كنس الساعة 7 بيحول أعلى الأخطاء لتذاكر (مع منع تكرار وقسم إغلاق)، والتقرير الصباحي بيجمع أخطاء الأمس + سلوك المستخدمين من PostHog. وقانون ثابت: الـ AI بيقرأ Sentry بس — الإغلاق دايماً بشري.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اللحظي: الخطأ بيوقع، إنذار Sentry بيضرب webhook على موزّع صغير (Lambda على AWS تبعنا أو Worker مجاني — 20 سطر)، الموزّع بيكبس زر GitHub Action، والوكيل بينفذ السلسلة كاملة: تذكرة، برانش من staging، تست بيفشل أول، حل، كل الفحوصات، PR على qa، تعليق مفصل، والحالة In Review from AI. والباكند بياخد نسخة داتابيس staging من dump ليلي — بدون ما staging تنكشف أبداً.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شي مبني — هدول المفاتيح اللي بتشغله رسمياً. البند 1 و2 و3 هم الأساس (أقل من 10 دقايق أدمن + 4 دولار للمستخدم). 4 و5 تحسينات رخيصة. 6 قرار استثماري ممكن يتأجل — بس حسبته واضحة: بيسدد حاله بنص سنة.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الختام: الرتيب صار أوتوماتيكي بحدود مفروضة تقنياً، والبشر عالقرارات. التكلفة بالعشرات وبتكبر بس لما نكبر — وكل عتبة قرار محسوبة سلفاً. أسئلة؟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Development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Guardrails, Testing &amp; Automation — built and verified on our repositories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Abed — ArabGT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— 5 layers, all files inside the repo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via PRs • versioned in git • reach every teammate with a clone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29968" cy="1920240"/>
          </a:xfrm>
          <a:prstGeom prst="roundRect">
            <a:avLst>
              <a:gd name="adj" fmla="val 2857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5361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1847088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injected into every conversation: stack, mandatory patterns, red lines, and the law “not sure? ask — never guess”.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07208" y="1463040"/>
            <a:ext cx="2029968" cy="1920240"/>
          </a:xfrm>
          <a:prstGeom prst="roundRect">
            <a:avLst>
              <a:gd name="adj" fmla="val 2857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35224" y="15361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35224" y="1847088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that run BEFORE every command and can reject it. Neutral text check — inspects the command, not the intent. Fail-closed.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65776" y="1463040"/>
            <a:ext cx="2029968" cy="1920240"/>
          </a:xfrm>
          <a:prstGeom prst="roundRect">
            <a:avLst>
              <a:gd name="adj" fmla="val 2857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15361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93792" y="1847088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personas with narrow roles: reviewers are read-only, the test writer only writes in test folders.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24344" y="1463040"/>
            <a:ext cx="2029968" cy="1920240"/>
          </a:xfrm>
          <a:prstGeom prst="roundRect">
            <a:avLst>
              <a:gd name="adj" fmla="val 2857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5361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52360" y="1847088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procedures written once with team policy baked in — invoked with one word (/sentry-sweep).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82912" y="1463040"/>
            <a:ext cx="2029968" cy="1920240"/>
          </a:xfrm>
          <a:prstGeom prst="roundRect">
            <a:avLst>
              <a:gd name="adj" fmla="val 2857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0928" y="15361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10928" y="1847088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connections to Sentry &amp; Linear: the AI reads real errors and files real tickets — under guard rules.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FDF2D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776472"/>
            <a:ext cx="1080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prepared (installed on BOTH repos — mobile &amp; backend)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" y="4087368"/>
            <a:ext cx="10808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full project memory (navigation law, feature anatomy, branch flow, Sentry map, single Linear project)  •  Hooks: production/secrets/force-push guards — live-fire tested 21/21  •  Subagents: 8 specialists (reviewers, QA, performance, PR judge)  •  Skills: 5 commands (sweep, ticket, daily-report, release-check, parallel-tasks)  •  MCP: Sentry + Linear authenticated on the company workspace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— Multi-Agent in parallel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Multitask: up to 8 agents, each in an isolated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35680" cy="1737360"/>
          </a:xfrm>
          <a:prstGeom prst="roundRect">
            <a:avLst>
              <a:gd name="adj" fmla="val 3158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9047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worktree per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1801368"/>
            <a:ext cx="3279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working copy of the repo on its own branch. Edits, tests, commits — zero interference with the main checkout.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2920" y="1417320"/>
            <a:ext cx="3535680" cy="1737360"/>
          </a:xfrm>
          <a:prstGeom prst="roundRect">
            <a:avLst>
              <a:gd name="adj" fmla="val 3158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0936" y="149047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 law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40936" y="1801368"/>
            <a:ext cx="3279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files BEFORE launching. No two agents may ever touch the same file — overlaps go to one agent, sequentially.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77200" y="1417320"/>
            <a:ext cx="3535680" cy="1737360"/>
          </a:xfrm>
          <a:prstGeom prst="roundRect">
            <a:avLst>
              <a:gd name="adj" fmla="val 3158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5216" y="149047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isolation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5216" y="1801368"/>
            <a:ext cx="3279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its own disposable copy of the dev database — agents can't corrupt each other, dev stays untouched.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DF2D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593592"/>
            <a:ext cx="1080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one real session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3904488"/>
            <a:ext cx="10808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production bugs (sorted by frequency from Sentry)  →  3 agents, 3 worktrees, in parallel  →  each: failing test first → root-cause fix → full suite green → its own PR  →  Linear tickets auto-moved to “In Review from AI”.  The main folder was never touched.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lives in the rules — any multi-agent run obeys it automatically, no need to mention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— our agent lives on GitHub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via Cursor CLI + API key (repo secret) on every pull request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7218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 / updated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7051" y="172364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3667" y="141732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8531" y="147218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agent wakes 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2078" y="172364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8694" y="141732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3558" y="147218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repo,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vs our laws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17106" y="172364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3722" y="141732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8586" y="147218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comment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READY / NOT READY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92133" y="172364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48749" y="141732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99001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3613" y="147218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= check fails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merge blocked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81635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on updates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127248"/>
            <a:ext cx="3279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push reviews ONLY the new diff, re-checks its own earlier findings — the verdict still covers the whole PR.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12920" y="274320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0936" y="281635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 one paste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40936" y="3127248"/>
            <a:ext cx="3279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 READY comment ends with a ready fix-prompt — copy, paste into Cursor, done.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7200" y="2743200"/>
            <a:ext cx="3535680" cy="1417320"/>
          </a:xfrm>
          <a:prstGeom prst="roundRect">
            <a:avLst>
              <a:gd name="adj" fmla="val 3871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5216" y="281635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project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05216" y="3127248"/>
            <a:ext cx="3279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our rules and explores the codebase — it knows ArabgtGo, the exception folders, the boundaries.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DF2D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462272"/>
            <a:ext cx="1080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Bugbot question — and how we save the money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" y="4773168"/>
            <a:ext cx="1080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Bugbot: ~$1.20 per review, no published cap → 40 PRs ≈ $48/month.  Ours: same coverage, deeper, ≈ $8–20/month of API usage.  Adopted hybrid: our reviewer on ALL PRs (dev/qa/staging) + Bugbot invoked by mention ONLY on staging→production promotions — an independent second brain at the most critical gate, for a few dollars.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— the gates live at GitHub, not on anyone's machine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Server-side: applies to humans and AI equally, from any device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782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90472"/>
            <a:ext cx="5161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pushes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1801368"/>
            <a:ext cx="51617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branches (dev/qa/staging/production) only accept pull requests. Force-push disabled.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5060" y="1417320"/>
            <a:ext cx="541782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3076" y="1490472"/>
            <a:ext cx="5161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3076" y="1801368"/>
            <a:ext cx="51617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test suites + AI verdict are mandatory merge conditions — a red check physically disables the merge button.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1782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090672"/>
            <a:ext cx="5161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required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3401568"/>
            <a:ext cx="51617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open a PR. It can never merge one. Approval from a person is a hard condition.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5060" y="3017520"/>
            <a:ext cx="5417820" cy="1371600"/>
          </a:xfrm>
          <a:prstGeom prst="roundRect">
            <a:avLst>
              <a:gd name="adj" fmla="val 4000"/>
            </a:avLst>
          </a:prstGeom>
          <a:solidFill>
            <a:srgbClr val="FDF2D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3076" y="3090672"/>
            <a:ext cx="5161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3076" y="3401568"/>
            <a:ext cx="51617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accepts ONE source only: staging. Any other PR into production fails instantly. dev &amp; qa stay free.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GitHub Team plan ($4/user/month) to become enforceable on private repos — decision #1.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three layers, three schedules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writes a test once — every run afterwards is deterministic, cheap, AI-free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675120"/>
                <a:gridCol w="2377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logic — thousands of checks per minute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 rendered in memory (overflow, layout)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simulator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Journeys (Patrol)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robot walks the REAL user journey on a booted simulator or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 /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675120"/>
                <a:gridCol w="2377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layers, full suite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— cents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(Sun–Thu)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journeys on iOS simulator + Android emulator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runners / Mac 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journeys on REAL devices — video +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Test 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or PR label: changed-feature journeys only, or the full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(free, open source): journeys can finally touch the native world — permission dialogs, the notification shade, WebView content — impossible for plain Flutter tests.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platforms — the money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scenario: 10 real devices/day, 15 min each, all month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74320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at 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Test Lab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per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$300  (our real volume: $0)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daily quota: 10 virtual + 5 physical runs. Same Firebase we already use.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Device Farm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$0.17 / device-min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recurring free tier.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~$199 / parallel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 even when idle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 only above ~40 real-device hours/month — that threshold is our switch signal.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runners (rented)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$0.008 • macOS $0.08 /min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$0–15 (our load)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1h iOS would add ~$105 → see Mac mini.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DF2D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4279392"/>
            <a:ext cx="1080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 mini decision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" y="4590288"/>
            <a:ext cx="10808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~$600 once, as a self-hosted runner: macOS minutes become $0 forever, builds get faster (persistent cache), and — inside the office network — it solves staging-DB access with zero exposure. Pays for itself in ~6 months.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Test Lab process runs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receive only the compiled app — source code never leaves the company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1790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7051" y="176936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3667" y="146304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8531" y="151790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packs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2078" y="176936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8694" y="146304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3558" y="151790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17106" y="176936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3722" y="146304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8586" y="151790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Samsung / Pixel / iPhone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journey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92133" y="176936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48749" y="1463040"/>
            <a:ext cx="1964131" cy="960120"/>
          </a:xfrm>
          <a:prstGeom prst="roundRect">
            <a:avLst>
              <a:gd name="adj" fmla="val 4762"/>
            </a:avLst>
          </a:prstGeom>
          <a:solidFill>
            <a:srgbClr val="375623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3613" y="1517904"/>
            <a:ext cx="1854403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logs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back to 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3535680" cy="1463040"/>
          </a:xfrm>
          <a:prstGeom prst="roundRect">
            <a:avLst>
              <a:gd name="adj" fmla="val 3750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90779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218688"/>
            <a:ext cx="3279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(or any cadence) — fully automatic, report waiting in the morning.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12920" y="2834640"/>
            <a:ext cx="3535680" cy="1463040"/>
          </a:xfrm>
          <a:prstGeom prst="roundRect">
            <a:avLst>
              <a:gd name="adj" fmla="val 3750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0936" y="290779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button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40936" y="3218688"/>
            <a:ext cx="3279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workflow on demand — for a staging PR: changed journeys only, or the full app. Your choice per run.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7200" y="2834640"/>
            <a:ext cx="3535680" cy="1463040"/>
          </a:xfrm>
          <a:prstGeom prst="roundRect">
            <a:avLst>
              <a:gd name="adj" fmla="val 3750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5216" y="290779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05216" y="3218688"/>
            <a:ext cx="3279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free daily quota at our volume ≈ $0. Every extra hour is $1 (virtual) / $5 (real) — no contracts.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PostHog — the automatic daily rhythm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and user behavior, with zero manual pulling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35680" cy="1965960"/>
          </a:xfrm>
          <a:prstGeom prst="roundRect">
            <a:avLst>
              <a:gd name="adj" fmla="val 2791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9047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sweep (07:00)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1801368"/>
            <a:ext cx="3279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unresolved Sentry issues → Linear cards: dedupe first, Sentry label, problem-only body, and a close-out section (issue ID + link) so a human resolves it after verification.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2920" y="1417320"/>
            <a:ext cx="3535680" cy="1965960"/>
          </a:xfrm>
          <a:prstGeom prst="roundRect">
            <a:avLst>
              <a:gd name="adj" fmla="val 2791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0936" y="149047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40936" y="1801368"/>
            <a:ext cx="3279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before the workday: yesterday's errors ranked + which have tickets + notable patterns. Small samples labeled “early signal — not a conclusion”.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77200" y="1417320"/>
            <a:ext cx="3535680" cy="1965960"/>
          </a:xfrm>
          <a:prstGeom prst="roundRect">
            <a:avLst>
              <a:gd name="adj" fmla="val 2791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5216" y="149047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PostHog adds behavior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5216" y="1801368"/>
            <a:ext cx="3279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says what broke. PostHog says what users do: journeys, drop-offs, feature usage. The report merges both pictures.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stays READ-ONLY for the AI end to end. Creating tickets: yes. Resolving issues: always a human.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from a production error to a tested fix PR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days — and zero standing servers to maintain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584960" cy="100584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17904"/>
            <a:ext cx="147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87880" y="17922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44496" y="1463040"/>
            <a:ext cx="1584960" cy="1005840"/>
          </a:xfrm>
          <a:prstGeom prst="roundRect">
            <a:avLst>
              <a:gd name="adj" fmla="val 4545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9360" y="1517904"/>
            <a:ext cx="147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issues, error+)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83736" y="17922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0352" y="1463040"/>
            <a:ext cx="1584960" cy="1005840"/>
          </a:xfrm>
          <a:prstGeom prst="roundRect">
            <a:avLst>
              <a:gd name="adj" fmla="val 4545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216" y="1517904"/>
            <a:ext cx="147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relay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Lambda / Worker)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79592" y="17922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36208" y="1463040"/>
            <a:ext cx="1584960" cy="1005840"/>
          </a:xfrm>
          <a:prstGeom prst="roundRect">
            <a:avLst>
              <a:gd name="adj" fmla="val 4545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517904"/>
            <a:ext cx="147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the fix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5448" y="17922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32064" y="1463040"/>
            <a:ext cx="1584960" cy="1005840"/>
          </a:xfrm>
          <a:prstGeom prst="roundRect">
            <a:avLst>
              <a:gd name="adj" fmla="val 4545"/>
            </a:avLst>
          </a:prstGeom>
          <a:solidFill>
            <a:srgbClr val="2F3C7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6928" y="1517904"/>
            <a:ext cx="147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branch → failing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fix → full suite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71304" y="17922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27920" y="1463040"/>
            <a:ext cx="1584960" cy="1005840"/>
          </a:xfrm>
          <a:prstGeom prst="roundRect">
            <a:avLst>
              <a:gd name="adj" fmla="val 4545"/>
            </a:avLst>
          </a:prstGeom>
          <a:solidFill>
            <a:srgbClr val="375623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82784" y="1517904"/>
            <a:ext cx="147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ticket comment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 Review from 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3535680" cy="1600200"/>
          </a:xfrm>
          <a:prstGeom prst="roundRect">
            <a:avLst>
              <a:gd name="adj" fmla="val 3429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95351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3264408"/>
            <a:ext cx="3279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branches from staging (closest to what's broken) → PR into qa — dev is never disturbed; the fix is carried back to dev too.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2920" y="2880360"/>
            <a:ext cx="3535680" cy="1600200"/>
          </a:xfrm>
          <a:prstGeom prst="roundRect">
            <a:avLst>
              <a:gd name="adj" fmla="val 3429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0936" y="295351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40936" y="3264408"/>
            <a:ext cx="3279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pg_dump inside our network → private storage → CI loads it into a disposable local PostgreSQL. Staging is never exposed.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77200" y="2880360"/>
            <a:ext cx="3535680" cy="1600200"/>
          </a:xfrm>
          <a:prstGeom prst="roundRect">
            <a:avLst>
              <a:gd name="adj" fmla="val 3429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5216" y="2953512"/>
            <a:ext cx="3279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rails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05216" y="3264408"/>
            <a:ext cx="3279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per issue • never opens a red PR • Sentry read-only • merging stays human. Cost ≈ cents of minutes + $0.5–3 of AI per fix.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built — these switches turn it 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23774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Team upgrade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/ user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protection on private repos — every gate becomes 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checks on dev &amp;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(10 admin minutes)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check = merge disabled; production ← staging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service keys as repo secrets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sweep + fix pipeline go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Bugbot app, mention-mode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~$1.20 × 2–4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second review at the production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seat ai-ci (Cursor Teams)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~$40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owned by the company; clean cost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mini self-hosted runner (deferrable)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~$600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unlimited iOS testing + staging DB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work became automatic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technically enforced boundaries.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spend their time on decisions — not on repetition.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cost: tens of dollars a month. It grows only when we grow — and every threshold is pre-computed.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2026-08-17T19:06:50Z</dcterms:created>
  <dcterms:modified xsi:type="dcterms:W3CDTF">2026-08-17T19:06:50Z</dcterms:modified>
</cp:coreProperties>
</file>