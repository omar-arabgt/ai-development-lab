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منهجية شغل كاملة: كيف الـ AI بيشتغل عنا كفريق متوازي، كيف منضبطه، كيف منفحص شغله، ومين بيشغل الأتمتة.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الفكرة الأساسية: مش مساعد واحد — فريق agents بنفس الوقت على نفس الريبو، كل واحد بنسخة معزولة (worktree)، ومايسترو بيوزع وبيجمع. خمس مهام بوقت أطول وحدة. وهاي ميكانيكا git — بتشتغل مع Claude ومع Cursor.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قبل ما أي agent يشتغل، في تجهيز بينركب مرة وحدة وبيعيش جوا الريبو: ذاكرة المشروع (CLAUDE.md أو .cursor/rules)، الصلاحيات وملفات التعديل المسموحة، وحراس الـ production اللي بيمنعوا قبل التنفيذ. الحراس الكاملين (hooks) ميزة Claude — Cursor ما إله مقابل كامل.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كل شي بيصير محلياً على جهاز المطور لحد الـ PR: كل مهمة بتاخد نسخة معزولة (worktree) على نفس الجهاز، الـ agents بيشتغلوا فيها بالتوازي، مجلدك الرئيسي ما بينلمس، وبالآخر دمج وPR واحد. وأي خراب — git بيرجعه بثواني.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الـ AI موصول بأدواتنا عبر MCP — موصل موحد بيحكيه Claude وCursor: من Sentry بيقرأ الـ crash وبيوصله للسطر المذنب وبيجهز الإصلاح؛ من Linear بيحول الوصف بالعامية لتذكرة وبيفرز الجديد؛ والـ Skills إجراءات الفريق مكتوبة مرة — والسياسة بتفرض حالها.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الفحص بثلاث مراحل بترتيب الكلفة: integration tests هي الرحلة مكتوبة ككود؛ GitHub Actions هو المشغل والبواب — بوابات كل PR والرحلات الليلية عالمنصتين بتقارير؛ وTest Lab أسبوعياً على أجهزة حقيقية بفيديو لكل جهاز. بلا أي منصة QA مدفوعة.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نفس المفاهيم بأسماء مختلفة — والفجوتين الحاسمتين: الحراس الصارمين (hooks) والتشغيل بلا واجهة عالسيرفر — الاثنين عند Claude. عشان هيك: Cursor للشغل اليومي جوا المحرر، وClaude للأتمتة والبوابات. مش منافسة — تكامل، وMCP مشترك.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يوم الموظف: بياخد تذكرة مفروزة من Linear، بيفتح Cursor أو Claude — والقوانين بتنشحن لحالها من الريبو، بيوصف الشغل وبيجاوب أسئلة الـ AI، الـ agents بينفذوا بنسخ معزولة، PR واحد بيطلع وبيمرق عالبوابات، وهو بيراجع وبيدمج — والتذكرة بتسكر حالها.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التوزيعة: أجهزة المطورين للشغل التفاعلي، GitHub Actions للبوابات والفحوصات المجدولة، وسيرفر AWS صغير دايم الصحو للـ webhooks والجدولة والأنابيب بلا واجهة وتوصيل Slack. سيرفر صغير بيكفي — الشغل الثقيل عالـ API مش عالسيرفر.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كل اللي شفتوه مش نظري — بفرجيكم ياه شغال هلق: PR بيمرق عالبوابات قدامكم، وwebhook بيصحّي الأنبوب. بعدها أسئلتكم.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AI-First Development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development, automated QA, and the pipeline that runs it — on Claude and Cursor.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ArabGT Engineering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. THE CORE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Development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ArabGT — AI-First Development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08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one assistant answering one developer — several AI agents working the same repository at the same time, each in its own isolated copy, coordinated by one orchestrator.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tasks  →  the time of the longest one</a:t>
            </a:r>
            <a:endParaRPr lang="en-US" sz="2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200400"/>
          <a:ext cx="10908792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5056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isolated working copy per agent (git worktree)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never touch each other's files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Tasks split by files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Disjoint files = zero merge conflicts by design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orchestrator dispatches, waits, merges, cleans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state the tasks once — coordination is automated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3035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Claude Code sessions and with Cursor background agents — same git mechanics.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. PREREQUISITES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Agent Runs — The Setup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ArabGT — AI-First Development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08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only as safe and consistent as the ground rules installed before them. Three pieces, installed once, live in the repository itself: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90879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572000"/>
                <a:gridCol w="2148840"/>
                <a:gridCol w="1901952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Cursor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memory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Teaches the AI the project, conventions, red lines — from second 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CLAUDE.md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.cursor/rules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Permissions &amp; file scopes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AI may run and which files it may edit — allow / deny lists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settings.json permissions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auto-run settings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guards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forbidden operations BEFORE they execute (prod DB, company workspaces)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Hooks — hard enforcement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no full equivalent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2578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 travel with the repo: every developer — and every agent — inherits them on clone.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. LOCAL 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Agents Work On Your Machine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ArabGT — AI-First Development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happens locally on the developer's machine until the pull request. No agent edits your live working copy: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24942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249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219456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task gets an isolated local copy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git worktree — a second working copy of the same repo, own branch, same disk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907792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907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28529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work in parallel inside their copies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your main folder and open editor stay untouched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35112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commits its own work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one commit per task, clear message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2245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41696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orchestrator merges the branches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disjoint files merge clean; copies are removed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8828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882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48280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pull request goes up for review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the only thing that ever leaves your machine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557784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Wrecked something? Everything committed in git is recoverable in seconds — checkpoints before bold operations.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. INTEGRATIONS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&amp; Skills — Sentry, Linear, Procedures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ArabGT — AI-First Development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is connected to the tools we already use, through one standard connector (MCP) that both Claude and Cursor speak: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40280"/>
          <a:ext cx="1090879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165592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AI does with 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Sentry — crashes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the issue and stack trace, finds the guilty line locally, proposes or applies the fix, prepares the PR, resolves the issue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— tickets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Colloquial description → formatted ticket, created automatically. New tickets triaged: priority, labels, duplicates linked. Ticket → questions → spec → implementation → the ticket updates itself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Skills — team procedures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Procedures written once, loaded only when needed: /linear-ticket (problem-only policy baked in), /parallel-tasks (never two agents on one file). Policies enforce themselves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3949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knowledge stops living in people's heads — it lives in versioned files that every agent obeys.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. QA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— Three Stages, All Owned by Us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ArabGT — AI-First Development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writes the tests once from a plain-language description; free deterministic tools run them forever. Three stages, ordered by cost: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40280"/>
          <a:ext cx="1090879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486400"/>
                <a:gridCol w="2011680"/>
                <a:gridCol w="1307592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tests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user journey written as code: open → browse → reserve → confirm. Runs on simulator/emulator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demand + nightly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scheduler and gatekeeper: contract checks + AI review on every PR; nightly journeys on iOS AND Android with pass/fail reports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PR + nightly 05:00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(public) / metered (private)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Firebase Test Lab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same tests on real physical devices — Pixel, Samsung — with a video per device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daily quota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39496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third-party QA platform. The framework ships with Flutter; the scheduler is GitHub; the device farm has a free tier.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. TOOLING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↔ Cursor — One Map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ArabGT — AI-First Development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concepts, different names — and two real gaps that decide which tool drives the automation: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1090879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377647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Cursor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memory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CLAUDE.md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.cursor/rules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/ ask / deny lists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auto-run settings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 guards (hooks)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block before execution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full equivalent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agents + worktrees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Background agents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— same protocol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Headless / CI / server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-p + official GitHub Action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 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review action — ours to configure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Bugbot — hosted service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In-editor daily 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(not its specialty)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 completion, inline edits — its strength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Complements, not competitors: Cursor in the editor, Claude in the automation — MCP integrations serve both.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.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Developer's Day — How Work Actually Flows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ArabGT — AI-First Development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65506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655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34440" y="1600200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ticket from Linear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already triaged: priority, labels, duplicates linked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33172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331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34440" y="2276856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Cursor or a Claude session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the repo's rules, scopes, and guards load automatically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00837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008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34440" y="2953512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work — answer the AI's questions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unclear points come back as questions; your answers become the spec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685032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34440" y="363016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implement in isolated local copies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in parallel when tasks allow; your editor stays untouched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36168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361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34440" y="4306824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pull request goes up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contract check + locked merge + AI review run automatically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03834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038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34440" y="4983480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reviews and merges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the ticket updates itself to done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developer's craft moves up: from typing everything to deciding and reviewing.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. INFRASTRUCTURE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Runs the Automation — The AWS Server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ArabGT — AI-First Development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work lives on developer machines. Everything that must run without a human lives on a small always-on server: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109087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2862072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runs there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there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 machines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Interactive sessions, local parallel agents, day-to-day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feedback; work stays local until the PR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 gates, nightly journeys (iOS + Android), weekly full suite, Test Lab dispatch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runners, tied to the repo, reports on every 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server (small EC2)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Webhook listeners (Sentry, Linear, GitHub) · schedulers (morning report 07:00, hourly triage) · headless AI pipelines · Slack delivery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awake — laptops sleep; this box never does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39496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instance is enough — the heavy AI lifting happens on the API side; the server just listens, schedules, and dispatches.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this deck runs today.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3657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next — then questions.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2026-08-16T11:16:17Z</dcterms:created>
  <dcterms:modified xsi:type="dcterms:W3CDTF">2026-08-16T11:16:17Z</dcterms:modified>
</cp:coreProperties>
</file>