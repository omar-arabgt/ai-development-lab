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بدي أعرض عليكم منهجية شغل — مش أداة جديدة. الفرق بين إننا نستخدم AI وبين إنه يصير عنا مصنع تطوير.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اليوم لما بستخدم AI أنا بطلب وهو بيرد. بالمصنع: الحدث نفسه بيشغل الشغل — crash وصل، تذكرة انفتحت، الساعة صارت 5 الصبح. والبشر ما بيختفوا — بيتمركزوا بنقطتين: شو منبني وشو بيدخل الكود.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أخطر شي بالـ AI إنه بيخمن بصمت. عنا: الطلب الناقص بيرجع أسئلة مرقمة، الفريق بيقرر، والقرارات بتصير عقد مكتوب وفاحص محايد بيحرسه. جودة الكود الطالع = جودة العقد الداخل.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تغيير بيمرق على نوعين حماية: بوابة حتمية بتفحص العقد وبتقفل الدمج لو انكسر، ومراجع ذكي بيمسك اللي ما خطر عبال حدا — سر مزروع، قسمة على صفر. الأخضر لحاله ما بيعني سليم.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قلب الفكرة: مش agent واحد بيخلص مهمة ورا مهمة — كذا agent بنفس الوقت، كل واحد بنسخة معزولة، ومايسترو واحد بيوزع وبيجمع. خمس مهام بوقت أطول وحدة فيهم.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هاي الصورة الكاملة: الزناد بيدق، الأنبوب بيشتغل، كل شي بيمرق عالبوابات، والقرار الأخير بشري. ولاحظوا: ما في سهم بيوصل على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الفحص بثلاث سرعات حسب الكلفة: السريع عالبوابة مع كل تغيير، الرحلات عالمنصتين كل ليلة، والأجهزة الفيزيائية أسبوعياً بفيديو لكل جهاز. وكله بأدوات منملكها — بلا أي منصة QA خارجية مدفوعة.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نفس ملف الفحص بيركض بثلاث ملاعب: جهاز المطور للسرعة، سيرفرات GitHub للانتظام، وأجهزة Google الفيزيائية لغرائب العتاد الحقيقي. خطوط دفاع بترتيب التكلفة — مش بدائل.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السؤال الأول: شو بيمنع الـ AI يخرب؟ الجواب: مش الثقة — البنية. القوانين محفورة بالنظام: صلاحيات، حراس بيمنعوا قبل التنفيذ، دمج مقفول، وحسابات معزولة. production ما إله طريق أصلاً.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ما منقفز عالأتمتة الكاملة — منبني الثقة بالترتيب: البوابات، بعدين الإشارات والتقارير، بعدين الفحص الموسع، وبالآخر بس الأتمتة الكاملة.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وقبل ما تسألوا: التكلفة أقل من يوم عمل مهندس بالشهر وعندي الأرقام من المصادر. ودور المهندس بيرتفع مش بينقص. وCursor مكمل مش منافس. — وكل اللي شفتوه مش نظري: بفرجيكم ياه شغال هلق. (→ الديمو الحي)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 Development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474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developers using AI  →  to a development factory with humans at decisions.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&amp; Methodology  |  ArabGT Engineering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. CONCEPT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AI and building an AI factory are two different postures. The factory does not remove people — it repositions them at the two points where human judgment matters most.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1090879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11480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Using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AI Factory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starts the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developer asks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event itself: a crash, a ticket, the clock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effort goes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Typing, copying, re-explaining context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Decisions and approvals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Consistency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who asked and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Contracts and gates make output uniform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person, one task at a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agents; throughput scales with tasks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3035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sit at exactly two points: decisions and approvals.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. CONCEPT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Before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dangerous AI behavior is the silent guess. The methodology forbids it: unclear requests must come back as questions, and every feature is built against a written contract that a neutral checker enforces.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408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286000"/>
            <a:ext cx="10314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vague request arrives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“Sort results by price” — what about cars with no price? Ties?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540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2999232"/>
            <a:ext cx="10314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returns numbered questions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Every gap becomes an explicit question — never a silent guess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7673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3712464"/>
            <a:ext cx="10314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answers — decisions stay human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Product choices are made by people, in minutes, in writing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4805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4425696"/>
            <a:ext cx="10314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+ neutral checker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Acceptance criteria become an executable check that guards the feature forever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5276088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quality = contract quality.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. CONCEPT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 of Guards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passes two very different guards. Neither replaces the other: a change can be technically green and still unhealthy — which is exactly why both exist.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109087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43400"/>
                <a:gridCol w="43708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Gate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Intelligent Reviewer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input, same verdict — every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the code like a senior engineer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checks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written contract, criterion by criterion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no one thought to check: security, logic, readability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failure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the merge — physically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Comments with findings and suggested fixes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law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advisor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3035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≠ healthy. The pair covers both.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. CONCEPT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Team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AI agents work the same repository at the same time — each in an isolated working copy, so they never collide. One orchestrator session dispatches the agents, waits for all of them, merges the results, and cleans up.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tasks  →  the time of the longest one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sum of all five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14800"/>
          <a:ext cx="10908792" cy="914400"/>
        </p:xfrm>
        <a:graphic>
          <a:graphicData uri="http://schemas.openxmlformats.org/drawingml/2006/table">
            <a:tbl>
              <a:tblPr/>
              <a:tblGrid>
                <a:gridCol w="5394960"/>
                <a:gridCol w="55138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 of the parallel team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agent works in an isolated copy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agent can step on another's files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 are split by files, not by guesswork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Disjoint files = zero merge conflicts by design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orchestrator owns the flow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human states the tasks once — coordination is automated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.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Flow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151126" cy="228600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267712"/>
            <a:ext cx="21511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18768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 arrives</a:t>
            </a:r>
            <a:endParaRPr lang="en-US" sz="14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ticket is filed</a:t>
            </a:r>
            <a:endParaRPr lang="en-US" sz="14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clock strikes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91206" y="2971800"/>
            <a:ext cx="768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559302" y="2103120"/>
            <a:ext cx="2151126" cy="228600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59302" y="2267712"/>
            <a:ext cx="21511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696462" y="2880360"/>
            <a:ext cx="18768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4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fix</a:t>
            </a:r>
            <a:endParaRPr lang="en-US" sz="14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branch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710428" y="2971800"/>
            <a:ext cx="768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478524" y="2103120"/>
            <a:ext cx="2151126" cy="228600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78524" y="2267712"/>
            <a:ext cx="21511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615684" y="2880360"/>
            <a:ext cx="18768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check</a:t>
            </a:r>
            <a:endParaRPr lang="en-US" sz="14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merge</a:t>
            </a:r>
            <a:endParaRPr lang="en-US" sz="14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review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29650" y="2971800"/>
            <a:ext cx="768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397746" y="2103120"/>
            <a:ext cx="2151126" cy="2286000"/>
          </a:xfrm>
          <a:prstGeom prst="roundRect">
            <a:avLst>
              <a:gd name="adj" fmla="val 3401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97746" y="2267712"/>
            <a:ext cx="21511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34906" y="2880360"/>
            <a:ext cx="18768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8E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diff</a:t>
            </a:r>
            <a:endParaRPr lang="en-US" sz="14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8E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</a:t>
            </a:r>
            <a:endParaRPr lang="en-US" sz="14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8E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489204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arrow reaches production.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and schedules start the work · pipelines do the work · gates judge the work · a human accepts the work.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.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in Three Speeds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is layered by cost: the cheap and instant runs on every change, the heavier runs on a schedule. AI writes the tests once; free deterministic tools run them forever.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1090879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937760"/>
                <a:gridCol w="2377440"/>
                <a:gridCol w="130759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runs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pull request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checks + AI code review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gates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user journeys on iOS and Android, with pass/fail reports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simulators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Entire check suite + journeys on real physical devices (Pixel, Samsung), video per device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+ Firebase Test Lab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quota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257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third-party QA platform needed — the test framework ships with Flutter, the scheduler is GitHub itself, and AI replaces the paid “test authoring” these platforms sell.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.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Tests Run — Three Lines of Defense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journey test runs unchanged in three places. Each venue is slower and wider than the previous — and catches what the previous one cannot see.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1090879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3017520"/>
                <a:gridCol w="30449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Firebase Test Lab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local simulator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simulator + emulator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phones: Pixel, Samsung…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hand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PR + nightly schedule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schedule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Uniquely catches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feedback while building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Regressions; “works on my machine”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Real-hardware quirks, vendor skins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Pass/fail report per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+ video per device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 of defense, ordered by cost — not three alternatives.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. SAFETY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Philosophy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is a hardcoded red line — enforced by the system itself, never by promises or memory. Protection is layered: removing any single layer still leaves production unreachable.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5915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59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43000" y="233172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permissions — allow / deny lists per project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7238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43000" y="304495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Pre-execution guards — forbidden operations are blocked before they run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85616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85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43000" y="375818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baked into reusable procedures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498848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498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43000" y="4471416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merges — a red check physically disables the merge button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235915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0" y="2359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20840" y="233172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tools — each pipeline gets exactly enough, never more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307238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20840" y="304495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guards — any call naming production spaces is refused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3785616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3785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20840" y="375818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isolation — production is not connected at all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4498848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4498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20840" y="4471416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drills — recovery rehearsed before it is ever needed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independent layers. One red line: production is unreachable by construction.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.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in Phases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is ordered, not dated. Each phase builds the trust the next one needs — and every phase keeps humans at decisions and approvals.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1090879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480560"/>
                <a:gridCol w="3776472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turns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team gains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Foundations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memory, permissions, guards, PR gates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change reviewed and contract-checked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— Signals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tracking read-only + daily report to Slack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morning picture arrives ready at 7:00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QA at scale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Nightly journeys + weekly real devices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Defects caught before users meet them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— Full automation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Ticket-to-PR and crash-to-PR behind triggers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factory works; the team decides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. 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Questions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0879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1695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answer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does it cost?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full scale, less than one engineer-day per month — detailed, sourced numbers available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keeps it safe?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Eight layers; production is unreachable by construction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 to engineers?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Their role is elevated: decisions and review, not plumbing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Cursor or this?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complement, not a competitor — both speak the same connector protocol (MCP)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21208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deck is running today — live demo next.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2026-08-16T11:07:31Z</dcterms:created>
  <dcterms:modified xsi:type="dcterms:W3CDTF">2026-08-16T11:07:31Z</dcterms:modified>
</cp:coreProperties>
</file>